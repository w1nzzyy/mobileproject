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5" r:id="rId7"/>
    <p:sldId id="263" r:id="rId8"/>
    <p:sldId id="266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8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705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54064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0857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9376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2038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8316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9826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8551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7555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736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3107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9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773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945" y="457200"/>
            <a:ext cx="5636029" cy="553333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1034935"/>
            <a:ext cx="4821382" cy="1379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Титульный Заголовок: Викторина по Android-разработке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2414847"/>
            <a:ext cx="4821382" cy="2177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В данной презентации мы рассмотрим создание викторины по Android-разработке. Основное внимание будет уделено разработке мобильного приложения с использованием Jetpack Compose. Мы обсудим реализацию интерфейса, поддержку различных типов выбора ответов, добавление таймера и подсчёт баллов с отображением результатов.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4592782"/>
            <a:ext cx="4821382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400" dirty="0">
                <a:solidFill>
                  <a:srgbClr val="000000"/>
                </a:solidFill>
              </a:rPr>
              <a:t>Выполнил: </a:t>
            </a:r>
            <a:r>
              <a:rPr lang="ru-RU" sz="1400">
                <a:solidFill>
                  <a:srgbClr val="000000"/>
                </a:solidFill>
              </a:rPr>
              <a:t>Молев Сергей </a:t>
            </a:r>
            <a:r>
              <a:rPr lang="ru-RU" sz="1400" dirty="0">
                <a:solidFill>
                  <a:srgbClr val="000000"/>
                </a:solidFill>
              </a:rPr>
              <a:t>401ИС-22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2311">
                <a:schemeClr val="accent2">
                  <a:lumMod val="40000"/>
                  <a:lumOff val="60000"/>
                </a:schemeClr>
              </a:gs>
              <a:gs pos="35496">
                <a:srgbClr val="F5C1CE"/>
              </a:gs>
              <a:gs pos="18278">
                <a:srgbClr val="F9D9E1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218" y="1080655"/>
            <a:ext cx="3308465" cy="33084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-45720"/>
            <a:ext cx="6650182" cy="980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000000"/>
                </a:solidFill>
              </a:rPr>
              <a:t>Мобильное</a:t>
            </a:r>
            <a:r>
              <a:rPr lang="en-US" sz="2200" b="1" dirty="0">
                <a:solidFill>
                  <a:srgbClr val="000000"/>
                </a:solidFill>
              </a:rPr>
              <a:t> приложение на Jetpack Compose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1251066"/>
            <a:ext cx="3574473" cy="2384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b="1" dirty="0"/>
              <a:t>Цель:</a:t>
            </a:r>
          </a:p>
          <a:p>
            <a:r>
              <a:rPr lang="ru-RU" dirty="0"/>
              <a:t>Создать удобную и современную викторину для закрепления знаний по </a:t>
            </a:r>
            <a:r>
              <a:rPr lang="ru-RU" dirty="0" err="1"/>
              <a:t>Android</a:t>
            </a:r>
            <a:r>
              <a:rPr lang="ru-RU" dirty="0"/>
              <a:t>-разработке</a:t>
            </a:r>
          </a:p>
          <a:p>
            <a:endParaRPr lang="ru-RU" sz="1400" dirty="0">
              <a:effectLst/>
            </a:endParaRPr>
          </a:p>
        </p:txBody>
      </p:sp>
      <p:sp>
        <p:nvSpPr>
          <p:cNvPr id="6" name="Text 2"/>
          <p:cNvSpPr/>
          <p:nvPr/>
        </p:nvSpPr>
        <p:spPr>
          <a:xfrm>
            <a:off x="8617527" y="665921"/>
            <a:ext cx="3574473" cy="3508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b="1" dirty="0"/>
              <a:t>Основные задачи: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 Реализовать интерфейс с помощью </a:t>
            </a:r>
            <a:r>
              <a:rPr lang="ru-RU" dirty="0" err="1"/>
              <a:t>Jetpack</a:t>
            </a:r>
            <a:r>
              <a:rPr lang="ru-RU" dirty="0"/>
              <a:t> </a:t>
            </a:r>
            <a:r>
              <a:rPr lang="ru-RU" dirty="0" err="1"/>
              <a:t>Compose</a:t>
            </a:r>
            <a:r>
              <a:rPr lang="ru-RU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Поддержать одиночный и множественный выбор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Добавить таймер на каждый вопрос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 Реализовать подсчёт баллов и экран результатов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Добавить возможность поделиться результатом</a:t>
            </a:r>
            <a:endParaRPr lang="ru-RU" dirty="0">
              <a:effectLst/>
            </a:endParaRPr>
          </a:p>
        </p:txBody>
      </p:sp>
      <p:sp>
        <p:nvSpPr>
          <p:cNvPr id="7" name="Text 3"/>
          <p:cNvSpPr/>
          <p:nvPr/>
        </p:nvSpPr>
        <p:spPr>
          <a:xfrm>
            <a:off x="831273" y="4609407"/>
            <a:ext cx="10806545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Использование Jetpack Compose обеспечивает гибкость и эффективность при реализации различных функций приложения.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5606935"/>
            <a:ext cx="6650182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9696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868680"/>
            <a:ext cx="581890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2400" b="1" dirty="0"/>
              <a:t>Архитектура</a:t>
            </a:r>
            <a:endParaRPr lang="ru-RU" sz="2400" b="1" dirty="0">
              <a:effectLst/>
            </a:endParaRPr>
          </a:p>
        </p:txBody>
      </p:sp>
      <p:sp>
        <p:nvSpPr>
          <p:cNvPr id="5" name="Text 1"/>
          <p:cNvSpPr/>
          <p:nvPr/>
        </p:nvSpPr>
        <p:spPr>
          <a:xfrm>
            <a:off x="831273" y="1866207"/>
            <a:ext cx="2777837" cy="2675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2000" b="1" dirty="0"/>
              <a:t>Экраны: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Авторизация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Стартовый экран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Викторина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Результаты</a:t>
            </a:r>
          </a:p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31273" y="2697480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31273" y="4127269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5606935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10" name="Рисунок 9" descr="Изображение выглядит как текст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B8365F-F3DB-40B2-6D5F-7E9D197F1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221" y="-46444"/>
            <a:ext cx="3054096" cy="685800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21220E1-9AFD-931B-14B1-42D1AE494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2342" y="-46444"/>
            <a:ext cx="307047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3662"/>
            <a:ext cx="9975273" cy="980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2400" b="1" dirty="0"/>
              <a:t>Функциональность</a:t>
            </a:r>
            <a:endParaRPr lang="ru-RU" sz="2400" b="1" dirty="0">
              <a:effectLst/>
            </a:endParaRPr>
          </a:p>
        </p:txBody>
      </p:sp>
      <p:sp>
        <p:nvSpPr>
          <p:cNvPr id="4" name="Text 1"/>
          <p:cNvSpPr/>
          <p:nvPr/>
        </p:nvSpPr>
        <p:spPr>
          <a:xfrm>
            <a:off x="1246909" y="1113183"/>
            <a:ext cx="9144000" cy="2107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dirty="0"/>
              <a:t>Как работает викторина</a:t>
            </a:r>
          </a:p>
          <a:p>
            <a:r>
              <a:rPr lang="ru-RU" dirty="0"/>
              <a:t>• 10 вопросов по </a:t>
            </a:r>
            <a:r>
              <a:rPr lang="ru-RU" dirty="0" err="1"/>
              <a:t>Android</a:t>
            </a:r>
            <a:r>
              <a:rPr lang="ru-RU" dirty="0"/>
              <a:t>-разработке</a:t>
            </a:r>
          </a:p>
          <a:p>
            <a:r>
              <a:rPr lang="ru-RU" dirty="0"/>
              <a:t> • Одиночный выбор (</a:t>
            </a:r>
            <a:r>
              <a:rPr lang="ru-RU" dirty="0" err="1"/>
              <a:t>RadioButton</a:t>
            </a:r>
            <a:r>
              <a:rPr lang="ru-RU" dirty="0"/>
              <a:t>) — авто-переход</a:t>
            </a:r>
          </a:p>
          <a:p>
            <a:r>
              <a:rPr lang="ru-RU" dirty="0"/>
              <a:t> • Множественный выбор (</a:t>
            </a:r>
            <a:r>
              <a:rPr lang="ru-RU" dirty="0" err="1"/>
              <a:t>Checkbox</a:t>
            </a:r>
            <a:r>
              <a:rPr lang="ru-RU" dirty="0"/>
              <a:t>) — кнопка «Подтвердить»</a:t>
            </a:r>
          </a:p>
          <a:p>
            <a:r>
              <a:rPr lang="ru-RU" dirty="0"/>
              <a:t> • Таймер: 30 секунд </a:t>
            </a:r>
          </a:p>
          <a:p>
            <a:r>
              <a:rPr lang="ru-RU" dirty="0"/>
              <a:t>• Вибрация при истечении времени</a:t>
            </a:r>
          </a:p>
          <a:p>
            <a:r>
              <a:rPr lang="ru-RU" dirty="0"/>
              <a:t> • Подсчёт правильных ответов</a:t>
            </a:r>
            <a:endParaRPr lang="ru-RU" dirty="0">
              <a:effectLst/>
            </a:endParaRPr>
          </a:p>
        </p:txBody>
      </p:sp>
      <p:sp>
        <p:nvSpPr>
          <p:cNvPr id="6" name="Text 3"/>
          <p:cNvSpPr/>
          <p:nvPr/>
        </p:nvSpPr>
        <p:spPr>
          <a:xfrm>
            <a:off x="7065818" y="3944389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8" name="Рисунок 7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60AED6-8055-D89E-ABFF-919D1F3AD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764" y="-94332"/>
            <a:ext cx="30714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23702"/>
            <a:ext cx="4651277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8909" y="868680"/>
            <a:ext cx="581890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2400" b="1" dirty="0"/>
              <a:t>Экран результатов</a:t>
            </a:r>
            <a:endParaRPr lang="ru-RU" sz="2400" b="1" dirty="0">
              <a:effectLst/>
            </a:endParaRPr>
          </a:p>
        </p:txBody>
      </p:sp>
      <p:sp>
        <p:nvSpPr>
          <p:cNvPr id="5" name="Text 1"/>
          <p:cNvSpPr/>
          <p:nvPr/>
        </p:nvSpPr>
        <p:spPr>
          <a:xfrm>
            <a:off x="5709578" y="1549419"/>
            <a:ext cx="5818909" cy="2000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dirty="0"/>
              <a:t>• Имя пользователя, баллы, процент</a:t>
            </a:r>
          </a:p>
          <a:p>
            <a:r>
              <a:rPr lang="ru-RU" dirty="0"/>
              <a:t> • Мотивационные сообщения:</a:t>
            </a:r>
          </a:p>
          <a:p>
            <a:r>
              <a:rPr lang="ru-RU" dirty="0"/>
              <a:t>100% → 🎉 Отлично!</a:t>
            </a:r>
          </a:p>
          <a:p>
            <a:r>
              <a:rPr lang="ru-RU" dirty="0"/>
              <a:t>≥66% → 👍 Хорошо!</a:t>
            </a:r>
          </a:p>
          <a:p>
            <a:r>
              <a:rPr lang="ru-RU" dirty="0"/>
              <a:t>≥50% → 😊 Неплохо</a:t>
            </a:r>
          </a:p>
          <a:p>
            <a:r>
              <a:rPr lang="ru-RU" dirty="0"/>
              <a:t>&lt;50% → 🤔 Попробуйте ещё раз! • Кнопки:</a:t>
            </a:r>
          </a:p>
          <a:p>
            <a:r>
              <a:rPr lang="ru-RU" dirty="0"/>
              <a:t>Поделиться</a:t>
            </a:r>
          </a:p>
          <a:p>
            <a:r>
              <a:rPr lang="ru-RU" dirty="0"/>
              <a:t>Начать заново</a:t>
            </a:r>
          </a:p>
        </p:txBody>
      </p:sp>
      <p:sp>
        <p:nvSpPr>
          <p:cNvPr id="6" name="Text 2"/>
          <p:cNvSpPr/>
          <p:nvPr/>
        </p:nvSpPr>
        <p:spPr>
          <a:xfrm>
            <a:off x="5818909" y="3528753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818909" y="5606935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9" name="Рисунок 8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82C7EA-7FBC-FEFA-EFF4-B1F3C7459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134" y="3429000"/>
            <a:ext cx="2864015" cy="29693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9514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64" y="415636"/>
            <a:ext cx="3308465" cy="58250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868680"/>
            <a:ext cx="5818909" cy="980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• Реализовать подсчёт баллов и экран результатов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4696691" y="1866207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</a:rPr>
              <a:t>Подсчёт баллов в приложении-викторине по Android-разработке осуществляется автоматически</a:t>
            </a:r>
            <a:r>
              <a:rPr lang="en-US" sz="1400" dirty="0">
                <a:solidFill>
                  <a:srgbClr val="000000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696691" y="3528753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96691" y="5606935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9" name="Рисунок 8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95E8D3-6F68-8B5A-E1D7-CE3EE61F6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991" y="2718261"/>
            <a:ext cx="5251849" cy="38541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64" y="415636"/>
            <a:ext cx="3308465" cy="60416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868680"/>
            <a:ext cx="5818909" cy="980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2400" b="1" dirty="0"/>
              <a:t>Итоги</a:t>
            </a:r>
            <a:endParaRPr lang="ru-RU" sz="2400" b="1" dirty="0">
              <a:effectLst/>
            </a:endParaRPr>
          </a:p>
        </p:txBody>
      </p:sp>
      <p:sp>
        <p:nvSpPr>
          <p:cNvPr id="5" name="Text 1"/>
          <p:cNvSpPr/>
          <p:nvPr/>
        </p:nvSpPr>
        <p:spPr>
          <a:xfrm>
            <a:off x="4696691" y="1866207"/>
            <a:ext cx="581890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dirty="0"/>
              <a:t>Достижения: ✓ Рабочая викторина ✓ Современный стек ✓ Чистый код ✓ Красивый интерфейс</a:t>
            </a:r>
            <a:endParaRPr lang="ru-RU" dirty="0">
              <a:effectLst/>
            </a:endParaRPr>
          </a:p>
        </p:txBody>
      </p:sp>
      <p:sp>
        <p:nvSpPr>
          <p:cNvPr id="6" name="Text 2"/>
          <p:cNvSpPr/>
          <p:nvPr/>
        </p:nvSpPr>
        <p:spPr>
          <a:xfrm>
            <a:off x="4696691" y="3528753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dirty="0"/>
              <a:t>Планы: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Уровни сложности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 Сохранение статистики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Анимации и звуки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Публикация в Google Play</a:t>
            </a:r>
            <a:endParaRPr lang="ru-RU" dirty="0">
              <a:effectLst/>
            </a:endParaRPr>
          </a:p>
        </p:txBody>
      </p:sp>
      <p:sp>
        <p:nvSpPr>
          <p:cNvPr id="7" name="Text 3"/>
          <p:cNvSpPr/>
          <p:nvPr/>
        </p:nvSpPr>
        <p:spPr>
          <a:xfrm>
            <a:off x="4696691" y="5606935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1866207"/>
            <a:ext cx="9975273" cy="781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113116"/>
            <a:ext cx="9975273" cy="1518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рассмотрели, как можно создать викторину по Android-разработке с использованием Jetpack Compose. Основные задачи, которые мы обсудили, включают реализацию интерфейса, поддержку различных типов выбора, добавление таймера и подсчёт баллов.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</TotalTime>
  <Words>316</Words>
  <Application>Microsoft Office PowerPoint</Application>
  <PresentationFormat>Широкоэкранный</PresentationFormat>
  <Paragraphs>56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Галерея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Сергей Молев</cp:lastModifiedBy>
  <cp:revision>3</cp:revision>
  <dcterms:created xsi:type="dcterms:W3CDTF">2025-12-23T13:54:55Z</dcterms:created>
  <dcterms:modified xsi:type="dcterms:W3CDTF">2025-12-23T16:03:10Z</dcterms:modified>
</cp:coreProperties>
</file>