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0"/>
  </p:notesMasterIdLst>
  <p:sldIdLst>
    <p:sldId id="256" r:id="rId2"/>
    <p:sldId id="257" r:id="rId3"/>
    <p:sldId id="259" r:id="rId4"/>
    <p:sldId id="260" r:id="rId5"/>
    <p:sldId id="261" r:id="rId6"/>
    <p:sldId id="265" r:id="rId7"/>
    <p:sldId id="263" r:id="rId8"/>
    <p:sldId id="266" r:id="rId9"/>
  </p:sldIdLst>
  <p:sldSz cx="12192000" cy="6858000"/>
  <p:notesSz cx="6858000" cy="12192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0" d="100"/>
          <a:sy n="60" d="100"/>
        </p:scale>
        <p:origin x="88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7866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97052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4540643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108575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993769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12/23/2025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4203854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12/23/2025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7831675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12/23/2025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4982608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2855190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48A87A34-81AB-432B-8DAE-1953F412C126}" type="datetimeFigureOut">
              <a:rPr lang="en-US" dirty="0"/>
              <a:pPr/>
              <a:t>12/23/2025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575553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473617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7310720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329603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12/23/2025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3773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1.png"/><Relationship Id="rId4" Type="http://schemas.openxmlformats.org/officeDocument/2006/relationships/image" Target="../media/image10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3.png"/><Relationship Id="rId4" Type="http://schemas.openxmlformats.org/officeDocument/2006/relationships/image" Target="../media/image12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5945" y="457200"/>
            <a:ext cx="5636029" cy="553333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31273" y="1034935"/>
            <a:ext cx="4821382" cy="13799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00000"/>
                </a:solidFill>
              </a:rPr>
              <a:t>Титульный Заголовок: Викторина по Android-разработке</a:t>
            </a:r>
            <a:endParaRPr lang="en-US" sz="2200" dirty="0"/>
          </a:p>
        </p:txBody>
      </p:sp>
      <p:sp>
        <p:nvSpPr>
          <p:cNvPr id="5" name="Text 1"/>
          <p:cNvSpPr/>
          <p:nvPr/>
        </p:nvSpPr>
        <p:spPr>
          <a:xfrm>
            <a:off x="831273" y="2414847"/>
            <a:ext cx="4821382" cy="21779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</a:rPr>
              <a:t>В данной презентации мы рассмотрим создание викторины по Android-разработке. Основное внимание будет уделено разработке мобильного приложения с использованием Jetpack Compose. Мы обсудим реализацию интерфейса, поддержку различных типов выбора ответов, добавление таймера и подсчёт баллов с отображением результатов.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831273" y="4592782"/>
            <a:ext cx="4821382" cy="4322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u-RU" sz="1400" dirty="0">
                <a:solidFill>
                  <a:srgbClr val="000000"/>
                </a:solidFill>
              </a:rPr>
              <a:t>Выполнил: Молев </a:t>
            </a:r>
            <a:r>
              <a:rPr lang="ru-RU" sz="1400" dirty="0" err="1">
                <a:solidFill>
                  <a:srgbClr val="000000"/>
                </a:solidFill>
              </a:rPr>
              <a:t>Сергй</a:t>
            </a:r>
            <a:r>
              <a:rPr lang="ru-RU" sz="1400" dirty="0">
                <a:solidFill>
                  <a:srgbClr val="000000"/>
                </a:solidFill>
              </a:rPr>
              <a:t> 401ИС-22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42311">
                <a:schemeClr val="accent2">
                  <a:lumMod val="40000"/>
                  <a:lumOff val="60000"/>
                </a:schemeClr>
              </a:gs>
              <a:gs pos="35496">
                <a:srgbClr val="F5C1CE"/>
              </a:gs>
              <a:gs pos="18278">
                <a:srgbClr val="F9D9E1"/>
              </a:gs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1218" y="1080655"/>
            <a:ext cx="3308465" cy="3308465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31273" y="-45720"/>
            <a:ext cx="6650182" cy="9809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 err="1">
                <a:solidFill>
                  <a:srgbClr val="000000"/>
                </a:solidFill>
              </a:rPr>
              <a:t>Мобильное</a:t>
            </a:r>
            <a:r>
              <a:rPr lang="en-US" sz="2200" b="1" dirty="0">
                <a:solidFill>
                  <a:srgbClr val="000000"/>
                </a:solidFill>
              </a:rPr>
              <a:t> приложение на Jetpack Compose</a:t>
            </a:r>
            <a:endParaRPr lang="en-US" sz="2200" dirty="0"/>
          </a:p>
        </p:txBody>
      </p:sp>
      <p:sp>
        <p:nvSpPr>
          <p:cNvPr id="5" name="Text 1"/>
          <p:cNvSpPr/>
          <p:nvPr/>
        </p:nvSpPr>
        <p:spPr>
          <a:xfrm>
            <a:off x="831273" y="1251066"/>
            <a:ext cx="3574473" cy="2384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ru-RU" b="1" dirty="0"/>
              <a:t>Цель:</a:t>
            </a:r>
          </a:p>
          <a:p>
            <a:r>
              <a:rPr lang="ru-RU" dirty="0"/>
              <a:t>Создать удобную и современную викторину для закрепления знаний по </a:t>
            </a:r>
            <a:r>
              <a:rPr lang="ru-RU" dirty="0" err="1"/>
              <a:t>Android</a:t>
            </a:r>
            <a:r>
              <a:rPr lang="ru-RU" dirty="0"/>
              <a:t>-разработке</a:t>
            </a:r>
          </a:p>
          <a:p>
            <a:endParaRPr lang="ru-RU" sz="1400" dirty="0">
              <a:effectLst/>
            </a:endParaRPr>
          </a:p>
        </p:txBody>
      </p:sp>
      <p:sp>
        <p:nvSpPr>
          <p:cNvPr id="6" name="Text 2"/>
          <p:cNvSpPr/>
          <p:nvPr/>
        </p:nvSpPr>
        <p:spPr>
          <a:xfrm>
            <a:off x="8617527" y="665921"/>
            <a:ext cx="3574473" cy="3508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ru-RU" b="1" dirty="0"/>
              <a:t>Основные задачи:</a:t>
            </a:r>
          </a:p>
          <a:p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 Реализовать интерфейс с помощью </a:t>
            </a:r>
            <a:r>
              <a:rPr lang="ru-RU" dirty="0" err="1"/>
              <a:t>Jetpack</a:t>
            </a:r>
            <a:r>
              <a:rPr lang="ru-RU" dirty="0"/>
              <a:t> </a:t>
            </a:r>
            <a:r>
              <a:rPr lang="ru-RU" dirty="0" err="1"/>
              <a:t>Compose</a:t>
            </a:r>
            <a:r>
              <a:rPr lang="ru-RU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Поддержать одиночный и множественный выбор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Добавить таймер на каждый вопрос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 Реализовать подсчёт баллов и экран результатов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Добавить возможность поделиться результатом</a:t>
            </a:r>
            <a:endParaRPr lang="ru-RU" dirty="0">
              <a:effectLst/>
            </a:endParaRPr>
          </a:p>
        </p:txBody>
      </p:sp>
      <p:sp>
        <p:nvSpPr>
          <p:cNvPr id="7" name="Text 3"/>
          <p:cNvSpPr/>
          <p:nvPr/>
        </p:nvSpPr>
        <p:spPr>
          <a:xfrm>
            <a:off x="831273" y="4609407"/>
            <a:ext cx="10806545" cy="6816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</a:rPr>
              <a:t>Использование Jetpack Compose обеспечивает гибкость и эффективность при реализации различных функций приложения.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831273" y="5606935"/>
            <a:ext cx="6650182" cy="4322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9696"/>
            <a:ext cx="12192000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31273" y="868680"/>
            <a:ext cx="5818909" cy="5818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ru-RU" sz="2400" b="1" dirty="0"/>
              <a:t>Архитектура</a:t>
            </a:r>
            <a:endParaRPr lang="ru-RU" sz="2400" b="1" dirty="0">
              <a:effectLst/>
            </a:endParaRPr>
          </a:p>
        </p:txBody>
      </p:sp>
      <p:sp>
        <p:nvSpPr>
          <p:cNvPr id="5" name="Text 1"/>
          <p:cNvSpPr/>
          <p:nvPr/>
        </p:nvSpPr>
        <p:spPr>
          <a:xfrm>
            <a:off x="831273" y="1866207"/>
            <a:ext cx="2777837" cy="2675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ru-RU" sz="2000" b="1" dirty="0"/>
              <a:t>Экраны:</a:t>
            </a:r>
            <a:endParaRPr lang="ru-RU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Авторизация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Стартовый экран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Викторина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Результаты</a:t>
            </a:r>
          </a:p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831273" y="2697480"/>
            <a:ext cx="5818909" cy="14297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831273" y="4127269"/>
            <a:ext cx="5818909" cy="9310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831273" y="5606935"/>
            <a:ext cx="5818909" cy="4322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400" dirty="0"/>
          </a:p>
        </p:txBody>
      </p:sp>
      <p:pic>
        <p:nvPicPr>
          <p:cNvPr id="10" name="Рисунок 9" descr="Изображение выглядит как текст, снимок экрана, ли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7B8365F-F3DB-40B2-6D5F-7E9D197F18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1221" y="-46444"/>
            <a:ext cx="3054096" cy="6858000"/>
          </a:xfrm>
          <a:prstGeom prst="rect">
            <a:avLst/>
          </a:prstGeom>
        </p:spPr>
      </p:pic>
      <p:pic>
        <p:nvPicPr>
          <p:cNvPr id="12" name="Рисунок 11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21220E1-9AFD-931B-14B1-42D1AE4944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2342" y="-46444"/>
            <a:ext cx="307047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46909" y="203662"/>
            <a:ext cx="9975273" cy="9809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ru-RU" sz="2400" b="1" dirty="0"/>
              <a:t>Функциональность</a:t>
            </a:r>
            <a:endParaRPr lang="ru-RU" sz="2400" b="1" dirty="0">
              <a:effectLst/>
            </a:endParaRPr>
          </a:p>
        </p:txBody>
      </p:sp>
      <p:sp>
        <p:nvSpPr>
          <p:cNvPr id="4" name="Text 1"/>
          <p:cNvSpPr/>
          <p:nvPr/>
        </p:nvSpPr>
        <p:spPr>
          <a:xfrm>
            <a:off x="1246909" y="1113183"/>
            <a:ext cx="9144000" cy="21070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ru-RU" dirty="0"/>
              <a:t>Как работает викторина</a:t>
            </a:r>
          </a:p>
          <a:p>
            <a:r>
              <a:rPr lang="ru-RU" dirty="0"/>
              <a:t>• 10 вопросов по </a:t>
            </a:r>
            <a:r>
              <a:rPr lang="ru-RU" dirty="0" err="1"/>
              <a:t>Android</a:t>
            </a:r>
            <a:r>
              <a:rPr lang="ru-RU" dirty="0"/>
              <a:t>-разработке</a:t>
            </a:r>
          </a:p>
          <a:p>
            <a:r>
              <a:rPr lang="ru-RU" dirty="0"/>
              <a:t> • Одиночный выбор (</a:t>
            </a:r>
            <a:r>
              <a:rPr lang="ru-RU" dirty="0" err="1"/>
              <a:t>RadioButton</a:t>
            </a:r>
            <a:r>
              <a:rPr lang="ru-RU" dirty="0"/>
              <a:t>) — авто-переход</a:t>
            </a:r>
          </a:p>
          <a:p>
            <a:r>
              <a:rPr lang="ru-RU" dirty="0"/>
              <a:t> • Множественный выбор (</a:t>
            </a:r>
            <a:r>
              <a:rPr lang="ru-RU" dirty="0" err="1"/>
              <a:t>Checkbox</a:t>
            </a:r>
            <a:r>
              <a:rPr lang="ru-RU" dirty="0"/>
              <a:t>) — кнопка «Подтвердить»</a:t>
            </a:r>
          </a:p>
          <a:p>
            <a:r>
              <a:rPr lang="ru-RU" dirty="0"/>
              <a:t> • Таймер: 30 секунд </a:t>
            </a:r>
          </a:p>
          <a:p>
            <a:r>
              <a:rPr lang="ru-RU" dirty="0"/>
              <a:t>• Вибрация при истечении времени</a:t>
            </a:r>
          </a:p>
          <a:p>
            <a:r>
              <a:rPr lang="ru-RU" dirty="0"/>
              <a:t> • Подсчёт правильных ответов</a:t>
            </a:r>
            <a:endParaRPr lang="ru-RU" dirty="0">
              <a:effectLst/>
            </a:endParaRPr>
          </a:p>
        </p:txBody>
      </p:sp>
      <p:sp>
        <p:nvSpPr>
          <p:cNvPr id="6" name="Text 3"/>
          <p:cNvSpPr/>
          <p:nvPr/>
        </p:nvSpPr>
        <p:spPr>
          <a:xfrm>
            <a:off x="7065818" y="3944389"/>
            <a:ext cx="4156364" cy="14297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400" dirty="0"/>
          </a:p>
        </p:txBody>
      </p:sp>
      <p:pic>
        <p:nvPicPr>
          <p:cNvPr id="8" name="Рисунок 7" descr="Изображение выглядит как текст, снимок экрана, Шрифт, числ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B60AED6-8055-D89E-ABFF-919D1F3ADC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9764" y="-94332"/>
            <a:ext cx="307143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523702"/>
            <a:ext cx="4651277" cy="6051665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18909" y="868680"/>
            <a:ext cx="5818909" cy="5818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ru-RU" sz="2400" b="1" dirty="0"/>
              <a:t>Экран результатов</a:t>
            </a:r>
            <a:endParaRPr lang="ru-RU" sz="2400" b="1" dirty="0">
              <a:effectLst/>
            </a:endParaRPr>
          </a:p>
        </p:txBody>
      </p:sp>
      <p:sp>
        <p:nvSpPr>
          <p:cNvPr id="5" name="Text 1"/>
          <p:cNvSpPr/>
          <p:nvPr/>
        </p:nvSpPr>
        <p:spPr>
          <a:xfrm>
            <a:off x="5709578" y="1549419"/>
            <a:ext cx="5818909" cy="20001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ru-RU" dirty="0"/>
              <a:t>• Имя пользователя, баллы, процент</a:t>
            </a:r>
          </a:p>
          <a:p>
            <a:r>
              <a:rPr lang="ru-RU" dirty="0"/>
              <a:t> • Мотивационные сообщения:</a:t>
            </a:r>
          </a:p>
          <a:p>
            <a:r>
              <a:rPr lang="ru-RU" dirty="0"/>
              <a:t>100% → 🎉 Отлично!</a:t>
            </a:r>
          </a:p>
          <a:p>
            <a:r>
              <a:rPr lang="ru-RU" dirty="0"/>
              <a:t>≥66% → 👍 Хорошо!</a:t>
            </a:r>
          </a:p>
          <a:p>
            <a:r>
              <a:rPr lang="ru-RU" dirty="0"/>
              <a:t>≥50% → 😊 Неплохо</a:t>
            </a:r>
          </a:p>
          <a:p>
            <a:r>
              <a:rPr lang="ru-RU" dirty="0"/>
              <a:t>&lt;50% → 🤔 Попробуйте ещё раз! • Кнопки:</a:t>
            </a:r>
          </a:p>
          <a:p>
            <a:r>
              <a:rPr lang="ru-RU" dirty="0"/>
              <a:t>Поделиться</a:t>
            </a:r>
          </a:p>
          <a:p>
            <a:r>
              <a:rPr lang="ru-RU" dirty="0"/>
              <a:t>Начать заново</a:t>
            </a:r>
          </a:p>
        </p:txBody>
      </p:sp>
      <p:sp>
        <p:nvSpPr>
          <p:cNvPr id="6" name="Text 2"/>
          <p:cNvSpPr/>
          <p:nvPr/>
        </p:nvSpPr>
        <p:spPr>
          <a:xfrm>
            <a:off x="5818909" y="3528753"/>
            <a:ext cx="5818909" cy="9310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5818909" y="5606935"/>
            <a:ext cx="5818909" cy="4322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400" dirty="0"/>
          </a:p>
        </p:txBody>
      </p:sp>
      <p:pic>
        <p:nvPicPr>
          <p:cNvPr id="9" name="Рисунок 8" descr="Изображение выглядит как текст, снимок экрана, Шрифт, числ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382C7EA-7FBC-FEFA-EFF4-B1F3C74594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83134" y="3429000"/>
            <a:ext cx="2864015" cy="296939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9514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164" y="415636"/>
            <a:ext cx="3308465" cy="5825033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696691" y="868680"/>
            <a:ext cx="5818909" cy="9809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00000"/>
                </a:solidFill>
              </a:rPr>
              <a:t>• Реализовать подсчёт баллов и экран результатов</a:t>
            </a:r>
            <a:endParaRPr lang="en-US" sz="2200" dirty="0"/>
          </a:p>
        </p:txBody>
      </p:sp>
      <p:sp>
        <p:nvSpPr>
          <p:cNvPr id="5" name="Text 1"/>
          <p:cNvSpPr/>
          <p:nvPr/>
        </p:nvSpPr>
        <p:spPr>
          <a:xfrm>
            <a:off x="4696691" y="1866207"/>
            <a:ext cx="5818909" cy="6816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000000"/>
                </a:solidFill>
              </a:rPr>
              <a:t>Подсчёт баллов в приложении-викторине по Android-разработке осуществляется автоматически</a:t>
            </a:r>
            <a:r>
              <a:rPr lang="en-US" sz="1400" dirty="0">
                <a:solidFill>
                  <a:srgbClr val="000000"/>
                </a:solidFill>
              </a:rPr>
              <a:t>.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4696691" y="3528753"/>
            <a:ext cx="5818909" cy="11804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dirty="0"/>
          </a:p>
        </p:txBody>
      </p:sp>
      <p:sp>
        <p:nvSpPr>
          <p:cNvPr id="7" name="Text 3"/>
          <p:cNvSpPr/>
          <p:nvPr/>
        </p:nvSpPr>
        <p:spPr>
          <a:xfrm>
            <a:off x="4696691" y="5606935"/>
            <a:ext cx="5818909" cy="4322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400" dirty="0"/>
          </a:p>
        </p:txBody>
      </p:sp>
      <p:pic>
        <p:nvPicPr>
          <p:cNvPr id="9" name="Рисунок 8" descr="Изображение выглядит как текст, снимок экрана, программное обеспечение, Мультимедийное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B95E8D3-6F68-8B5A-E1D7-CE3EE61F61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9991" y="2718261"/>
            <a:ext cx="5251849" cy="385411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164" y="415636"/>
            <a:ext cx="3308465" cy="604169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696691" y="868680"/>
            <a:ext cx="5818909" cy="9809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ru-RU" sz="2400" b="1" dirty="0"/>
              <a:t>Итоги</a:t>
            </a:r>
            <a:endParaRPr lang="ru-RU" sz="2400" b="1" dirty="0">
              <a:effectLst/>
            </a:endParaRPr>
          </a:p>
        </p:txBody>
      </p:sp>
      <p:sp>
        <p:nvSpPr>
          <p:cNvPr id="5" name="Text 1"/>
          <p:cNvSpPr/>
          <p:nvPr/>
        </p:nvSpPr>
        <p:spPr>
          <a:xfrm>
            <a:off x="4696691" y="1866207"/>
            <a:ext cx="5818909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ru-RU" dirty="0"/>
              <a:t>Достижения: ✓ Рабочая викторина ✓ Современный стек ✓ Чистый код ✓ Красивый интерфейс</a:t>
            </a:r>
            <a:endParaRPr lang="ru-RU" dirty="0">
              <a:effectLst/>
            </a:endParaRPr>
          </a:p>
        </p:txBody>
      </p:sp>
      <p:sp>
        <p:nvSpPr>
          <p:cNvPr id="6" name="Text 2"/>
          <p:cNvSpPr/>
          <p:nvPr/>
        </p:nvSpPr>
        <p:spPr>
          <a:xfrm>
            <a:off x="4696691" y="3528753"/>
            <a:ext cx="5818909" cy="14297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ru-RU" dirty="0"/>
              <a:t>Планы: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Уровни сложности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 Сохранение статистики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Анимации и звуки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Публикация в Google Play</a:t>
            </a:r>
            <a:endParaRPr lang="ru-RU" dirty="0">
              <a:effectLst/>
            </a:endParaRPr>
          </a:p>
        </p:txBody>
      </p:sp>
      <p:sp>
        <p:nvSpPr>
          <p:cNvPr id="7" name="Text 3"/>
          <p:cNvSpPr/>
          <p:nvPr/>
        </p:nvSpPr>
        <p:spPr>
          <a:xfrm>
            <a:off x="4696691" y="5606935"/>
            <a:ext cx="5818909" cy="4322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46909" y="1866207"/>
            <a:ext cx="9975273" cy="7813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00000"/>
                </a:solidFill>
              </a:rPr>
              <a:t>Спасибо за внимание!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1246909" y="3113116"/>
            <a:ext cx="9975273" cy="15185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</a:rPr>
              <a:t>Спасибо за внимание. В этой презентации мы рассмотрели, как можно создать викторину по Android-разработке с использованием Jetpack Compose. Основные задачи, которые мы обсудили, включают реализацию интерфейса, поддержку различных типов выбора, добавление таймера и подсчёт баллов. 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Галерея">
  <a:themeElements>
    <a:clrScheme name="Галерея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Галерея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Галерея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30</TotalTime>
  <Words>316</Words>
  <Application>Microsoft Office PowerPoint</Application>
  <PresentationFormat>Широкоэкранный</PresentationFormat>
  <Paragraphs>56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1" baseType="lpstr">
      <vt:lpstr>Arial</vt:lpstr>
      <vt:lpstr>Gill Sans MT</vt:lpstr>
      <vt:lpstr>Галерея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Сергей Молев</cp:lastModifiedBy>
  <cp:revision>2</cp:revision>
  <dcterms:created xsi:type="dcterms:W3CDTF">2025-12-23T13:54:55Z</dcterms:created>
  <dcterms:modified xsi:type="dcterms:W3CDTF">2025-12-23T14:25:44Z</dcterms:modified>
</cp:coreProperties>
</file>